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5143500" cx="9144000"/>
  <p:notesSz cx="6858000" cy="9144000"/>
  <p:embeddedFontLst>
    <p:embeddedFont>
      <p:font typeface="Montserrat"/>
      <p:regular r:id="rId19"/>
      <p:bold r:id="rId20"/>
      <p:italic r:id="rId21"/>
      <p:boldItalic r:id="rId22"/>
    </p:embeddedFont>
    <p:embeddedFont>
      <p:font typeface="Lato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FEB3581-71A6-44AE-9C1B-2DF03B244BE9}">
  <a:tblStyle styleId="{3FEB3581-71A6-44AE-9C1B-2DF03B244BE9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bold.fntdata"/><Relationship Id="rId22" Type="http://schemas.openxmlformats.org/officeDocument/2006/relationships/font" Target="fonts/Montserrat-boldItalic.fntdata"/><Relationship Id="rId21" Type="http://schemas.openxmlformats.org/officeDocument/2006/relationships/font" Target="fonts/Montserrat-italic.fntdata"/><Relationship Id="rId24" Type="http://schemas.openxmlformats.org/officeDocument/2006/relationships/font" Target="fonts/Lato-bold.fntdata"/><Relationship Id="rId23" Type="http://schemas.openxmlformats.org/officeDocument/2006/relationships/font" Target="fonts/Lat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Lato-boldItalic.fntdata"/><Relationship Id="rId25" Type="http://schemas.openxmlformats.org/officeDocument/2006/relationships/font" Target="fonts/Lato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Montserrat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b7112515aa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b7112515aa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b7112515aa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b7112515aa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b70c48ef6d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b70c48ef6d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b70c48ef6d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b70c48ef6d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b70c48ef6d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b70c48ef6d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b70c48ef6d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b70c48ef6d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b7112515aa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b7112515aa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b7112515aa_1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b7112515aa_1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b7112515aa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b7112515aa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b7112515aa_2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b7112515aa_2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b7112515aa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b7112515aa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://drive.google.com/file/d/1G9cf1TNOrLXmiz1SHMVLdUaWM3jnUQYq/view" TargetMode="External"/><Relationship Id="rId4" Type="http://schemas.openxmlformats.org/officeDocument/2006/relationships/image" Target="../media/image5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hyperlink" Target="http://drive.google.com/file/d/1lry8auDlUPCNsP-RCUatLt9iaBJ6Kn8k/view" TargetMode="External"/><Relationship Id="rId4" Type="http://schemas.openxmlformats.org/officeDocument/2006/relationships/image" Target="../media/image7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://drive.google.com/file/d/1Rjw1Qm9Tg1hdbkl0KAD9asALGUNCs88o/view" TargetMode="External"/><Relationship Id="rId4" Type="http://schemas.openxmlformats.org/officeDocument/2006/relationships/image" Target="../media/image2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Video </a:t>
            </a:r>
            <a:r>
              <a:rPr lang="es-419"/>
              <a:t>Challenge</a:t>
            </a:r>
            <a:endParaRPr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083950" y="3924925"/>
            <a:ext cx="37812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Eric Ayestaran, Marcel Hofmann and Unax Murua</a:t>
            </a:r>
            <a:endParaRPr/>
          </a:p>
        </p:txBody>
      </p:sp>
      <p:sp>
        <p:nvSpPr>
          <p:cNvPr id="136" name="Google Shape;136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Introduction MOT16</a:t>
            </a:r>
            <a:endParaRPr/>
          </a:p>
        </p:txBody>
      </p:sp>
      <p:sp>
        <p:nvSpPr>
          <p:cNvPr id="142" name="Google Shape;142;p14"/>
          <p:cNvSpPr txBox="1"/>
          <p:nvPr>
            <p:ph idx="1" type="body"/>
          </p:nvPr>
        </p:nvSpPr>
        <p:spPr>
          <a:xfrm>
            <a:off x="1169850" y="965525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-419"/>
              <a:t>Containing 11235 images of belonging to 14 videos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s-419"/>
              <a:t>Train: 7 videos with 5316 images, Test: 7 videos with 5919 images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-419"/>
              <a:t>Around 300.000 Bounding Boxes belonging to around 1300 tracks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-419"/>
              <a:t>consisting of videos of </a:t>
            </a:r>
            <a:r>
              <a:rPr lang="es-419"/>
              <a:t>walking</a:t>
            </a:r>
            <a:r>
              <a:rPr lang="es-419"/>
              <a:t> through the streets</a:t>
            </a:r>
            <a:endParaRPr/>
          </a:p>
        </p:txBody>
      </p:sp>
      <p:pic>
        <p:nvPicPr>
          <p:cNvPr id="143" name="Google Shape;143;p14" title="GT_MOT16-09.mov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92875" y="2017700"/>
            <a:ext cx="5175442" cy="2911199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5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1" name="Google Shape;15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3067" y="-41800"/>
            <a:ext cx="9250141" cy="5085151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5"/>
          <p:cNvSpPr txBox="1"/>
          <p:nvPr/>
        </p:nvSpPr>
        <p:spPr>
          <a:xfrm>
            <a:off x="765875" y="4363125"/>
            <a:ext cx="7322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Task: Improve baseline tracker consisting of ResNet50 Backbone with Feature Pyramid Network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3" name="Google Shape;153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Object detection:</a:t>
            </a:r>
            <a:r>
              <a:rPr lang="es-419"/>
              <a:t> Improvement attempts</a:t>
            </a:r>
            <a:endParaRPr/>
          </a:p>
        </p:txBody>
      </p:sp>
      <p:sp>
        <p:nvSpPr>
          <p:cNvPr id="159" name="Google Shape;159;p16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-419"/>
              <a:t>Finetuning of the FRCNN-FPN using the CrowdHuman Dataset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s-419"/>
              <a:t>Dataset consisting of images of crowded places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s-419"/>
              <a:t>Make the model detect people better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-419"/>
              <a:t>Windowing approach: cut the original image into smaller overlapping windows and run them through the detector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s-419"/>
              <a:t>Extremely time costly and almost no effects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-419"/>
              <a:t>Hyperparameter tuning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s-419"/>
              <a:t>C</a:t>
            </a:r>
            <a:r>
              <a:rPr lang="es-419"/>
              <a:t>hange parameters such as non-visibility threshold, amount of box proposals etc.</a:t>
            </a:r>
            <a:endParaRPr/>
          </a:p>
        </p:txBody>
      </p:sp>
      <p:pic>
        <p:nvPicPr>
          <p:cNvPr id="160" name="Google Shape;16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13600" y="3563550"/>
            <a:ext cx="1561050" cy="1447175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6"/>
          <p:cNvSpPr/>
          <p:nvPr/>
        </p:nvSpPr>
        <p:spPr>
          <a:xfrm>
            <a:off x="3863300" y="3705750"/>
            <a:ext cx="3102840" cy="1090152"/>
          </a:xfrm>
          <a:prstGeom prst="clou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Lato"/>
                <a:ea typeface="Lato"/>
                <a:cs typeface="Lato"/>
                <a:sym typeface="Lato"/>
              </a:rPr>
              <a:t>Nothing of these approaches were finally used 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2" name="Google Shape;162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Object tracking: Bytetrack</a:t>
            </a:r>
            <a:endParaRPr/>
          </a:p>
        </p:txBody>
      </p:sp>
      <p:sp>
        <p:nvSpPr>
          <p:cNvPr id="168" name="Google Shape;168;p17"/>
          <p:cNvSpPr txBox="1"/>
          <p:nvPr>
            <p:ph idx="1" type="body"/>
          </p:nvPr>
        </p:nvSpPr>
        <p:spPr>
          <a:xfrm>
            <a:off x="1297500" y="1567550"/>
            <a:ext cx="35115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/>
              <a:t>Traditional Methods:</a:t>
            </a:r>
            <a:endParaRPr b="1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rPr lang="es-419"/>
              <a:t>Discard low-confidence scores (&lt;0.6), leading to fragmented trajectories during occlusions</a:t>
            </a:r>
            <a:endParaRPr/>
          </a:p>
        </p:txBody>
      </p:sp>
      <p:sp>
        <p:nvSpPr>
          <p:cNvPr id="169" name="Google Shape;169;p17"/>
          <p:cNvSpPr txBox="1"/>
          <p:nvPr>
            <p:ph idx="1" type="body"/>
          </p:nvPr>
        </p:nvSpPr>
        <p:spPr>
          <a:xfrm>
            <a:off x="4871950" y="1567550"/>
            <a:ext cx="35115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/>
              <a:t>Bytetrack Solution:</a:t>
            </a:r>
            <a:endParaRPr b="1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rPr lang="es-419"/>
              <a:t>Keeps detetections between 0.1 and 0.6 to </a:t>
            </a:r>
            <a:r>
              <a:rPr lang="es-419"/>
              <a:t>maintain</a:t>
            </a:r>
            <a:r>
              <a:rPr lang="es-419"/>
              <a:t> existing tracks, prevents occlusions</a:t>
            </a:r>
            <a:endParaRPr/>
          </a:p>
        </p:txBody>
      </p:sp>
      <p:pic>
        <p:nvPicPr>
          <p:cNvPr id="170" name="Google Shape;17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06450" y="2986788"/>
            <a:ext cx="3209925" cy="1971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73950" y="2986788"/>
            <a:ext cx="3209925" cy="1971675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Object tracking: NSA Kalman Filter</a:t>
            </a:r>
            <a:endParaRPr/>
          </a:p>
        </p:txBody>
      </p:sp>
      <p:sp>
        <p:nvSpPr>
          <p:cNvPr id="178" name="Google Shape;178;p18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NSA (Noise Scale Association): The Kalman Filter's uncertainty scales with the detector's confidence (1.0−score).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-419"/>
              <a:t>Impact: When the detector is unsure, the system trusts the "momentum" of the person's previous movement. This smoothens the output.</a:t>
            </a:r>
            <a:endParaRPr/>
          </a:p>
        </p:txBody>
      </p:sp>
      <p:sp>
        <p:nvSpPr>
          <p:cNvPr id="179" name="Google Shape;179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Object tracking:</a:t>
            </a:r>
            <a:r>
              <a:rPr lang="es-419"/>
              <a:t> Re-Identification </a:t>
            </a:r>
            <a:endParaRPr/>
          </a:p>
        </p:txBody>
      </p:sp>
      <p:sp>
        <p:nvSpPr>
          <p:cNvPr id="185" name="Google Shape;185;p19"/>
          <p:cNvSpPr txBox="1"/>
          <p:nvPr>
            <p:ph idx="1" type="body"/>
          </p:nvPr>
        </p:nvSpPr>
        <p:spPr>
          <a:xfrm>
            <a:off x="1297500" y="1259050"/>
            <a:ext cx="7038900" cy="321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We use </a:t>
            </a:r>
            <a:r>
              <a:rPr lang="es-419"/>
              <a:t>ResNet-18  </a:t>
            </a:r>
            <a:r>
              <a:rPr lang="es-419"/>
              <a:t>to extract a unique </a:t>
            </a:r>
            <a:r>
              <a:rPr b="1" lang="es-419"/>
              <a:t>identity vector </a:t>
            </a:r>
            <a:r>
              <a:rPr lang="es-419"/>
              <a:t>for every detected person t</a:t>
            </a:r>
            <a:r>
              <a:rPr lang="es-419"/>
              <a:t>o maintain the </a:t>
            </a:r>
            <a:r>
              <a:rPr b="1" lang="es-419"/>
              <a:t>same ID</a:t>
            </a:r>
            <a:r>
              <a:rPr lang="es-419"/>
              <a:t> even when a person is temporarily lost or moves unpredictably.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We calculate a weighted cost combining:   </a:t>
            </a:r>
            <a:r>
              <a:rPr i="1" lang="es-419"/>
              <a:t>(0.4×IoU+0.6×App)</a:t>
            </a:r>
            <a:endParaRPr i="1"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AutoNum type="arabicPeriod"/>
            </a:pPr>
            <a:r>
              <a:rPr lang="es-419"/>
              <a:t>Spatial Overlap (IoU): Where the person should be.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s-419"/>
              <a:t>Appearance</a:t>
            </a:r>
            <a:r>
              <a:rPr lang="es-419"/>
              <a:t> Distance: Who the person looks like.</a:t>
            </a:r>
            <a:endParaRPr/>
          </a:p>
        </p:txBody>
      </p:sp>
      <p:sp>
        <p:nvSpPr>
          <p:cNvPr id="186" name="Google Shape;18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Object tracking: </a:t>
            </a:r>
            <a:r>
              <a:rPr lang="es-419"/>
              <a:t>Post-Processing</a:t>
            </a:r>
            <a:endParaRPr/>
          </a:p>
        </p:txBody>
      </p:sp>
      <p:sp>
        <p:nvSpPr>
          <p:cNvPr id="192" name="Google Shape;192;p20"/>
          <p:cNvSpPr txBox="1"/>
          <p:nvPr>
            <p:ph idx="1" type="body"/>
          </p:nvPr>
        </p:nvSpPr>
        <p:spPr>
          <a:xfrm>
            <a:off x="11581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-419"/>
              <a:t>Due to occlusion, i</a:t>
            </a:r>
            <a:r>
              <a:rPr lang="es-419"/>
              <a:t>f a specific ID disappears and reappears within a short window (up to 10 frames), the system automatically fills the missing data.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-419"/>
              <a:t>We use Linear Interpolation to calculate the intermediate bounding box coordinates,</a:t>
            </a:r>
            <a:endParaRPr/>
          </a:p>
        </p:txBody>
      </p:sp>
      <p:pic>
        <p:nvPicPr>
          <p:cNvPr id="193" name="Google Shape;19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3175" y="3085549"/>
            <a:ext cx="6608749" cy="1649975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Finetuned Model</a:t>
            </a:r>
            <a:endParaRPr/>
          </a:p>
        </p:txBody>
      </p:sp>
      <p:pic>
        <p:nvPicPr>
          <p:cNvPr id="200" name="Google Shape;200;p21" title="MOT16-09_finetuned.mov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66375" y="1051713"/>
            <a:ext cx="6411250" cy="3606325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Best Approach Video</a:t>
            </a:r>
            <a:endParaRPr/>
          </a:p>
        </p:txBody>
      </p:sp>
      <p:sp>
        <p:nvSpPr>
          <p:cNvPr id="207" name="Google Shape;207;p22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08" name="Google Shape;208;p22" title="MOT16-09_best.mov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92525" y="1012725"/>
            <a:ext cx="6544675" cy="3681399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3"/>
          <p:cNvSpPr txBox="1"/>
          <p:nvPr>
            <p:ph type="title"/>
          </p:nvPr>
        </p:nvSpPr>
        <p:spPr>
          <a:xfrm>
            <a:off x="1269550" y="399175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Results</a:t>
            </a:r>
            <a:endParaRPr/>
          </a:p>
        </p:txBody>
      </p:sp>
      <p:sp>
        <p:nvSpPr>
          <p:cNvPr id="215" name="Google Shape;215;p23"/>
          <p:cNvSpPr txBox="1"/>
          <p:nvPr>
            <p:ph idx="1" type="body"/>
          </p:nvPr>
        </p:nvSpPr>
        <p:spPr>
          <a:xfrm>
            <a:off x="1269550" y="1572975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216" name="Google Shape;216;p23"/>
          <p:cNvGraphicFramePr/>
          <p:nvPr/>
        </p:nvGraphicFramePr>
        <p:xfrm>
          <a:off x="760400" y="1415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{3FEB3581-71A6-44AE-9C1B-2DF03B244BE9}</a:tableStyleId>
              </a:tblPr>
              <a:tblGrid>
                <a:gridCol w="1009650"/>
                <a:gridCol w="962025"/>
                <a:gridCol w="695325"/>
                <a:gridCol w="857250"/>
                <a:gridCol w="1219200"/>
                <a:gridCol w="981075"/>
                <a:gridCol w="628650"/>
                <a:gridCol w="714375"/>
                <a:gridCol w="628650"/>
              </a:tblGrid>
              <a:tr h="352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100">
                          <a:solidFill>
                            <a:srgbClr val="1F1F1F"/>
                          </a:solidFill>
                        </a:rPr>
                        <a:t>Secuencia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100">
                          <a:solidFill>
                            <a:srgbClr val="1F1F1F"/>
                          </a:solidFill>
                        </a:rPr>
                        <a:t>MOTA (%)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100">
                          <a:solidFill>
                            <a:srgbClr val="1F1F1F"/>
                          </a:solidFill>
                        </a:rPr>
                        <a:t>MOTP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100">
                          <a:solidFill>
                            <a:srgbClr val="1F1F1F"/>
                          </a:solidFill>
                        </a:rPr>
                        <a:t>IDF1 (%)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100">
                          <a:solidFill>
                            <a:srgbClr val="1F1F1F"/>
                          </a:solidFill>
                        </a:rPr>
                        <a:t>Precisión (%)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100">
                          <a:solidFill>
                            <a:srgbClr val="1F1F1F"/>
                          </a:solidFill>
                        </a:rPr>
                        <a:t>Recall (%)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100">
                          <a:solidFill>
                            <a:srgbClr val="1F1F1F"/>
                          </a:solidFill>
                        </a:rPr>
                        <a:t>FP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100">
                          <a:solidFill>
                            <a:srgbClr val="1F1F1F"/>
                          </a:solidFill>
                        </a:rPr>
                        <a:t>FN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100">
                          <a:solidFill>
                            <a:srgbClr val="1F1F1F"/>
                          </a:solidFill>
                        </a:rPr>
                        <a:t>IDs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352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100">
                          <a:solidFill>
                            <a:srgbClr val="FFFFFF"/>
                          </a:solidFill>
                        </a:rPr>
                        <a:t>MOT16-09</a:t>
                      </a:r>
                      <a:endParaRPr b="1" sz="1100">
                        <a:solidFill>
                          <a:srgbClr val="FFFFFF"/>
                        </a:solidFill>
                      </a:endParaRPr>
                    </a:p>
                  </a:txBody>
                  <a:tcPr marT="76200" marB="76200" marR="114300" marL="114300">
                    <a:lnL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100">
                          <a:solidFill>
                            <a:srgbClr val="FFFFFF"/>
                          </a:solidFill>
                        </a:rPr>
                        <a:t>66.8%</a:t>
                      </a:r>
                      <a:endParaRPr sz="1100">
                        <a:solidFill>
                          <a:srgbClr val="FFFFFF"/>
                        </a:solidFill>
                      </a:endParaRPr>
                    </a:p>
                  </a:txBody>
                  <a:tcPr marT="76200" marB="76200" marR="114300" marL="114300">
                    <a:lnL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100">
                          <a:solidFill>
                            <a:srgbClr val="FFFFFF"/>
                          </a:solidFill>
                        </a:rPr>
                        <a:t>0.087</a:t>
                      </a:r>
                      <a:endParaRPr sz="1100">
                        <a:solidFill>
                          <a:srgbClr val="FFFFFF"/>
                        </a:solidFill>
                      </a:endParaRPr>
                    </a:p>
                  </a:txBody>
                  <a:tcPr marT="76200" marB="76200" marR="114300" marL="114300">
                    <a:lnL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100">
                          <a:solidFill>
                            <a:srgbClr val="FFFFFF"/>
                          </a:solidFill>
                        </a:rPr>
                        <a:t>59.9%</a:t>
                      </a:r>
                      <a:endParaRPr sz="1100">
                        <a:solidFill>
                          <a:srgbClr val="FFFFFF"/>
                        </a:solidFill>
                      </a:endParaRPr>
                    </a:p>
                  </a:txBody>
                  <a:tcPr marT="76200" marB="76200" marR="114300" marL="114300">
                    <a:lnL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100">
                          <a:solidFill>
                            <a:srgbClr val="FFFFFF"/>
                          </a:solidFill>
                        </a:rPr>
                        <a:t>97.3%</a:t>
                      </a:r>
                      <a:endParaRPr sz="1100">
                        <a:solidFill>
                          <a:srgbClr val="FFFFFF"/>
                        </a:solidFill>
                      </a:endParaRPr>
                    </a:p>
                  </a:txBody>
                  <a:tcPr marT="76200" marB="76200" marR="114300" marL="114300">
                    <a:lnL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100">
                          <a:solidFill>
                            <a:srgbClr val="FFFFFF"/>
                          </a:solidFill>
                        </a:rPr>
                        <a:t>69.5%</a:t>
                      </a:r>
                      <a:endParaRPr sz="1100">
                        <a:solidFill>
                          <a:srgbClr val="FFFFFF"/>
                        </a:solidFill>
                      </a:endParaRPr>
                    </a:p>
                  </a:txBody>
                  <a:tcPr marT="76200" marB="76200" marR="114300" marL="114300">
                    <a:lnL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100">
                          <a:solidFill>
                            <a:srgbClr val="FFFFFF"/>
                          </a:solidFill>
                        </a:rPr>
                        <a:t>103</a:t>
                      </a:r>
                      <a:endParaRPr sz="1100">
                        <a:solidFill>
                          <a:srgbClr val="FFFFFF"/>
                        </a:solidFill>
                      </a:endParaRPr>
                    </a:p>
                  </a:txBody>
                  <a:tcPr marT="76200" marB="76200" marR="114300" marL="114300">
                    <a:lnL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100">
                          <a:solidFill>
                            <a:srgbClr val="FFFFFF"/>
                          </a:solidFill>
                        </a:rPr>
                        <a:t>1,624</a:t>
                      </a:r>
                      <a:endParaRPr sz="1100">
                        <a:solidFill>
                          <a:srgbClr val="FFFFFF"/>
                        </a:solidFill>
                      </a:endParaRPr>
                    </a:p>
                  </a:txBody>
                  <a:tcPr marT="76200" marB="76200" marR="114300" marL="114300">
                    <a:lnL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100">
                          <a:solidFill>
                            <a:srgbClr val="FFFFFF"/>
                          </a:solidFill>
                        </a:rPr>
                        <a:t>41</a:t>
                      </a:r>
                      <a:endParaRPr sz="1100">
                        <a:solidFill>
                          <a:srgbClr val="FFFFFF"/>
                        </a:solidFill>
                      </a:endParaRPr>
                    </a:p>
                  </a:txBody>
                  <a:tcPr marT="76200" marB="76200" marR="114300" marL="114300">
                    <a:lnL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52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100">
                          <a:solidFill>
                            <a:srgbClr val="FFFFFF"/>
                          </a:solidFill>
                        </a:rPr>
                        <a:t>MOT16-10</a:t>
                      </a:r>
                      <a:endParaRPr b="1" sz="1100">
                        <a:solidFill>
                          <a:srgbClr val="FFFFFF"/>
                        </a:solidFill>
                      </a:endParaRPr>
                    </a:p>
                  </a:txBody>
                  <a:tcPr marT="76200" marB="76200" marR="114300" marL="114300">
                    <a:lnL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100">
                          <a:solidFill>
                            <a:srgbClr val="FFFFFF"/>
                          </a:solidFill>
                        </a:rPr>
                        <a:t>65.4%</a:t>
                      </a:r>
                      <a:endParaRPr sz="1100">
                        <a:solidFill>
                          <a:srgbClr val="FFFFFF"/>
                        </a:solidFill>
                      </a:endParaRPr>
                    </a:p>
                  </a:txBody>
                  <a:tcPr marT="76200" marB="76200" marR="114300" marL="114300">
                    <a:lnL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100">
                          <a:solidFill>
                            <a:srgbClr val="FFFFFF"/>
                          </a:solidFill>
                        </a:rPr>
                        <a:t>0.152</a:t>
                      </a:r>
                      <a:endParaRPr sz="1100">
                        <a:solidFill>
                          <a:srgbClr val="FFFFFF"/>
                        </a:solidFill>
                      </a:endParaRPr>
                    </a:p>
                  </a:txBody>
                  <a:tcPr marT="76200" marB="76200" marR="114300" marL="114300">
                    <a:lnL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100">
                          <a:solidFill>
                            <a:srgbClr val="FFFFFF"/>
                          </a:solidFill>
                        </a:rPr>
                        <a:t>49.3%</a:t>
                      </a:r>
                      <a:endParaRPr sz="1100">
                        <a:solidFill>
                          <a:srgbClr val="FFFFFF"/>
                        </a:solidFill>
                      </a:endParaRPr>
                    </a:p>
                  </a:txBody>
                  <a:tcPr marT="76200" marB="76200" marR="114300" marL="114300">
                    <a:lnL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100">
                          <a:solidFill>
                            <a:srgbClr val="FFFFFF"/>
                          </a:solidFill>
                        </a:rPr>
                        <a:t>86.1%</a:t>
                      </a:r>
                      <a:endParaRPr sz="1100">
                        <a:solidFill>
                          <a:srgbClr val="FFFFFF"/>
                        </a:solidFill>
                      </a:endParaRPr>
                    </a:p>
                  </a:txBody>
                  <a:tcPr marT="76200" marB="76200" marR="114300" marL="114300">
                    <a:lnL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100">
                          <a:solidFill>
                            <a:srgbClr val="FFFFFF"/>
                          </a:solidFill>
                        </a:rPr>
                        <a:t>81.4%</a:t>
                      </a:r>
                      <a:endParaRPr sz="1100">
                        <a:solidFill>
                          <a:srgbClr val="FFFFFF"/>
                        </a:solidFill>
                      </a:endParaRPr>
                    </a:p>
                  </a:txBody>
                  <a:tcPr marT="76200" marB="76200" marR="114300" marL="114300">
                    <a:lnL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100">
                          <a:solidFill>
                            <a:srgbClr val="FFFFFF"/>
                          </a:solidFill>
                        </a:rPr>
                        <a:t>1,688</a:t>
                      </a:r>
                      <a:endParaRPr sz="1100">
                        <a:solidFill>
                          <a:srgbClr val="FFFFFF"/>
                        </a:solidFill>
                      </a:endParaRPr>
                    </a:p>
                  </a:txBody>
                  <a:tcPr marT="76200" marB="76200" marR="114300" marL="114300">
                    <a:lnL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100">
                          <a:solidFill>
                            <a:srgbClr val="FFFFFF"/>
                          </a:solidFill>
                        </a:rPr>
                        <a:t>2,391</a:t>
                      </a:r>
                      <a:endParaRPr sz="1100">
                        <a:solidFill>
                          <a:srgbClr val="FFFFFF"/>
                        </a:solidFill>
                      </a:endParaRPr>
                    </a:p>
                  </a:txBody>
                  <a:tcPr marT="76200" marB="76200" marR="114300" marL="114300">
                    <a:lnL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100">
                          <a:solidFill>
                            <a:srgbClr val="FFFFFF"/>
                          </a:solidFill>
                        </a:rPr>
                        <a:t>363</a:t>
                      </a:r>
                      <a:endParaRPr sz="1100">
                        <a:solidFill>
                          <a:srgbClr val="FFFFFF"/>
                        </a:solidFill>
                      </a:endParaRPr>
                    </a:p>
                  </a:txBody>
                  <a:tcPr marT="76200" marB="76200" marR="114300" marL="114300">
                    <a:lnL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52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100">
                          <a:solidFill>
                            <a:srgbClr val="FFFFFF"/>
                          </a:solidFill>
                        </a:rPr>
                        <a:t>MOT16-02</a:t>
                      </a:r>
                      <a:endParaRPr b="1" sz="1100">
                        <a:solidFill>
                          <a:srgbClr val="FFFFFF"/>
                        </a:solidFill>
                      </a:endParaRPr>
                    </a:p>
                  </a:txBody>
                  <a:tcPr marT="76200" marB="76200" marR="114300" marL="114300">
                    <a:lnL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100">
                          <a:solidFill>
                            <a:srgbClr val="FFFFFF"/>
                          </a:solidFill>
                        </a:rPr>
                        <a:t>50.5%</a:t>
                      </a:r>
                      <a:endParaRPr sz="1100">
                        <a:solidFill>
                          <a:srgbClr val="FFFFFF"/>
                        </a:solidFill>
                      </a:endParaRPr>
                    </a:p>
                  </a:txBody>
                  <a:tcPr marT="76200" marB="76200" marR="114300" marL="114300">
                    <a:lnL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100">
                          <a:solidFill>
                            <a:srgbClr val="FFFFFF"/>
                          </a:solidFill>
                        </a:rPr>
                        <a:t>0.088</a:t>
                      </a:r>
                      <a:endParaRPr sz="1100">
                        <a:solidFill>
                          <a:srgbClr val="FFFFFF"/>
                        </a:solidFill>
                      </a:endParaRPr>
                    </a:p>
                  </a:txBody>
                  <a:tcPr marT="76200" marB="76200" marR="114300" marL="114300">
                    <a:lnL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100">
                          <a:solidFill>
                            <a:srgbClr val="FFFFFF"/>
                          </a:solidFill>
                        </a:rPr>
                        <a:t>46.6%</a:t>
                      </a:r>
                      <a:endParaRPr sz="1100">
                        <a:solidFill>
                          <a:srgbClr val="FFFFFF"/>
                        </a:solidFill>
                      </a:endParaRPr>
                    </a:p>
                  </a:txBody>
                  <a:tcPr marT="76200" marB="76200" marR="114300" marL="114300">
                    <a:lnL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100">
                          <a:solidFill>
                            <a:srgbClr val="FFFFFF"/>
                          </a:solidFill>
                        </a:rPr>
                        <a:t>95.9%</a:t>
                      </a:r>
                      <a:endParaRPr sz="1100">
                        <a:solidFill>
                          <a:srgbClr val="FFFFFF"/>
                        </a:solidFill>
                      </a:endParaRPr>
                    </a:p>
                  </a:txBody>
                  <a:tcPr marT="76200" marB="76200" marR="114300" marL="114300">
                    <a:lnL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100">
                          <a:solidFill>
                            <a:srgbClr val="FFFFFF"/>
                          </a:solidFill>
                        </a:rPr>
                        <a:t>53.4%</a:t>
                      </a:r>
                      <a:endParaRPr sz="1100">
                        <a:solidFill>
                          <a:srgbClr val="FFFFFF"/>
                        </a:solidFill>
                      </a:endParaRPr>
                    </a:p>
                  </a:txBody>
                  <a:tcPr marT="76200" marB="76200" marR="114300" marL="114300">
                    <a:lnL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100">
                          <a:solidFill>
                            <a:srgbClr val="FFFFFF"/>
                          </a:solidFill>
                        </a:rPr>
                        <a:t>425</a:t>
                      </a:r>
                      <a:endParaRPr sz="1100">
                        <a:solidFill>
                          <a:srgbClr val="FFFFFF"/>
                        </a:solidFill>
                      </a:endParaRPr>
                    </a:p>
                  </a:txBody>
                  <a:tcPr marT="76200" marB="76200" marR="114300" marL="114300">
                    <a:lnL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100">
                          <a:solidFill>
                            <a:srgbClr val="FFFFFF"/>
                          </a:solidFill>
                        </a:rPr>
                        <a:t>8,662</a:t>
                      </a:r>
                      <a:endParaRPr sz="1100">
                        <a:solidFill>
                          <a:srgbClr val="FFFFFF"/>
                        </a:solidFill>
                      </a:endParaRPr>
                    </a:p>
                  </a:txBody>
                  <a:tcPr marT="76200" marB="76200" marR="114300" marL="114300">
                    <a:lnL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100">
                          <a:solidFill>
                            <a:srgbClr val="FFFFFF"/>
                          </a:solidFill>
                        </a:rPr>
                        <a:t>118</a:t>
                      </a:r>
                      <a:endParaRPr sz="1100">
                        <a:solidFill>
                          <a:srgbClr val="FFFFFF"/>
                        </a:solidFill>
                      </a:endParaRPr>
                    </a:p>
                  </a:txBody>
                  <a:tcPr marT="76200" marB="76200" marR="114300" marL="114300">
                    <a:lnL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52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100">
                          <a:solidFill>
                            <a:srgbClr val="FFFFFF"/>
                          </a:solidFill>
                        </a:rPr>
                        <a:t>MOT16-04</a:t>
                      </a:r>
                      <a:endParaRPr b="1" sz="1100">
                        <a:solidFill>
                          <a:srgbClr val="FFFFFF"/>
                        </a:solidFill>
                      </a:endParaRPr>
                    </a:p>
                  </a:txBody>
                  <a:tcPr marT="76200" marB="76200" marR="114300" marL="114300">
                    <a:lnL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100">
                          <a:solidFill>
                            <a:srgbClr val="FFFFFF"/>
                          </a:solidFill>
                        </a:rPr>
                        <a:t>77.1%</a:t>
                      </a:r>
                      <a:endParaRPr sz="1100">
                        <a:solidFill>
                          <a:srgbClr val="FFFFFF"/>
                        </a:solidFill>
                      </a:endParaRPr>
                    </a:p>
                  </a:txBody>
                  <a:tcPr marT="76200" marB="76200" marR="114300" marL="114300">
                    <a:lnL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100">
                          <a:solidFill>
                            <a:srgbClr val="FFFFFF"/>
                          </a:solidFill>
                        </a:rPr>
                        <a:t>0.100</a:t>
                      </a:r>
                      <a:endParaRPr sz="1100">
                        <a:solidFill>
                          <a:srgbClr val="FFFFFF"/>
                        </a:solidFill>
                      </a:endParaRPr>
                    </a:p>
                  </a:txBody>
                  <a:tcPr marT="76200" marB="76200" marR="114300" marL="114300">
                    <a:lnL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100">
                          <a:solidFill>
                            <a:srgbClr val="FFFFFF"/>
                          </a:solidFill>
                        </a:rPr>
                        <a:t>80.0%</a:t>
                      </a:r>
                      <a:endParaRPr sz="1100">
                        <a:solidFill>
                          <a:srgbClr val="FFFFFF"/>
                        </a:solidFill>
                      </a:endParaRPr>
                    </a:p>
                  </a:txBody>
                  <a:tcPr marT="76200" marB="76200" marR="114300" marL="114300">
                    <a:lnL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100">
                          <a:solidFill>
                            <a:srgbClr val="FFFFFF"/>
                          </a:solidFill>
                        </a:rPr>
                        <a:t>98.9%</a:t>
                      </a:r>
                      <a:endParaRPr sz="1100">
                        <a:solidFill>
                          <a:srgbClr val="FFFFFF"/>
                        </a:solidFill>
                      </a:endParaRPr>
                    </a:p>
                  </a:txBody>
                  <a:tcPr marT="76200" marB="76200" marR="114300" marL="114300">
                    <a:lnL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100">
                          <a:solidFill>
                            <a:srgbClr val="FFFFFF"/>
                          </a:solidFill>
                        </a:rPr>
                        <a:t>78.1%</a:t>
                      </a:r>
                      <a:endParaRPr sz="1100">
                        <a:solidFill>
                          <a:srgbClr val="FFFFFF"/>
                        </a:solidFill>
                      </a:endParaRPr>
                    </a:p>
                  </a:txBody>
                  <a:tcPr marT="76200" marB="76200" marR="114300" marL="114300">
                    <a:lnL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100">
                          <a:solidFill>
                            <a:srgbClr val="FFFFFF"/>
                          </a:solidFill>
                        </a:rPr>
                        <a:t>431</a:t>
                      </a:r>
                      <a:endParaRPr sz="1100">
                        <a:solidFill>
                          <a:srgbClr val="FFFFFF"/>
                        </a:solidFill>
                      </a:endParaRPr>
                    </a:p>
                  </a:txBody>
                  <a:tcPr marT="76200" marB="76200" marR="114300" marL="114300">
                    <a:lnL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100">
                          <a:solidFill>
                            <a:srgbClr val="FFFFFF"/>
                          </a:solidFill>
                        </a:rPr>
                        <a:t>10,433</a:t>
                      </a:r>
                      <a:endParaRPr sz="1100">
                        <a:solidFill>
                          <a:srgbClr val="FFFFFF"/>
                        </a:solidFill>
                      </a:endParaRPr>
                    </a:p>
                  </a:txBody>
                  <a:tcPr marT="76200" marB="76200" marR="114300" marL="114300">
                    <a:lnL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100">
                          <a:solidFill>
                            <a:srgbClr val="FFFFFF"/>
                          </a:solidFill>
                        </a:rPr>
                        <a:t>48</a:t>
                      </a:r>
                      <a:endParaRPr sz="1100">
                        <a:solidFill>
                          <a:srgbClr val="FFFFFF"/>
                        </a:solidFill>
                      </a:endParaRPr>
                    </a:p>
                  </a:txBody>
                  <a:tcPr marT="76200" marB="76200" marR="114300" marL="114300">
                    <a:lnL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52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100">
                          <a:solidFill>
                            <a:srgbClr val="FFFFFF"/>
                          </a:solidFill>
                        </a:rPr>
                        <a:t>MOT16-11</a:t>
                      </a:r>
                      <a:endParaRPr b="1" sz="1100">
                        <a:solidFill>
                          <a:srgbClr val="FFFFFF"/>
                        </a:solidFill>
                      </a:endParaRPr>
                    </a:p>
                  </a:txBody>
                  <a:tcPr marT="76200" marB="76200" marR="114300" marL="114300">
                    <a:lnL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100">
                          <a:solidFill>
                            <a:srgbClr val="FFFFFF"/>
                          </a:solidFill>
                        </a:rPr>
                        <a:t>75.6%</a:t>
                      </a:r>
                      <a:endParaRPr sz="1100">
                        <a:solidFill>
                          <a:srgbClr val="FFFFFF"/>
                        </a:solidFill>
                      </a:endParaRPr>
                    </a:p>
                  </a:txBody>
                  <a:tcPr marT="76200" marB="76200" marR="114300" marL="114300">
                    <a:lnL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100">
                          <a:solidFill>
                            <a:srgbClr val="FFFFFF"/>
                          </a:solidFill>
                        </a:rPr>
                        <a:t>0.080</a:t>
                      </a:r>
                      <a:endParaRPr sz="1100">
                        <a:solidFill>
                          <a:srgbClr val="FFFFFF"/>
                        </a:solidFill>
                      </a:endParaRPr>
                    </a:p>
                  </a:txBody>
                  <a:tcPr marT="76200" marB="76200" marR="114300" marL="114300">
                    <a:lnL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100">
                          <a:solidFill>
                            <a:srgbClr val="FFFFFF"/>
                          </a:solidFill>
                        </a:rPr>
                        <a:t>70.5%</a:t>
                      </a:r>
                      <a:endParaRPr sz="1100">
                        <a:solidFill>
                          <a:srgbClr val="FFFFFF"/>
                        </a:solidFill>
                      </a:endParaRPr>
                    </a:p>
                  </a:txBody>
                  <a:tcPr marT="76200" marB="76200" marR="114300" marL="114300">
                    <a:lnL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100">
                          <a:solidFill>
                            <a:srgbClr val="FFFFFF"/>
                          </a:solidFill>
                        </a:rPr>
                        <a:t>96.9%</a:t>
                      </a:r>
                      <a:endParaRPr sz="1100">
                        <a:solidFill>
                          <a:srgbClr val="FFFFFF"/>
                        </a:solidFill>
                      </a:endParaRPr>
                    </a:p>
                  </a:txBody>
                  <a:tcPr marT="76200" marB="76200" marR="114300" marL="114300">
                    <a:lnL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100">
                          <a:solidFill>
                            <a:srgbClr val="FFFFFF"/>
                          </a:solidFill>
                        </a:rPr>
                        <a:t>78.8%</a:t>
                      </a:r>
                      <a:endParaRPr sz="1100">
                        <a:solidFill>
                          <a:srgbClr val="FFFFFF"/>
                        </a:solidFill>
                      </a:endParaRPr>
                    </a:p>
                  </a:txBody>
                  <a:tcPr marT="76200" marB="76200" marR="114300" marL="114300">
                    <a:lnL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100">
                          <a:solidFill>
                            <a:srgbClr val="FFFFFF"/>
                          </a:solidFill>
                        </a:rPr>
                        <a:t>241</a:t>
                      </a:r>
                      <a:endParaRPr sz="1100">
                        <a:solidFill>
                          <a:srgbClr val="FFFFFF"/>
                        </a:solidFill>
                      </a:endParaRPr>
                    </a:p>
                  </a:txBody>
                  <a:tcPr marT="76200" marB="76200" marR="114300" marL="114300">
                    <a:lnL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100">
                          <a:solidFill>
                            <a:srgbClr val="FFFFFF"/>
                          </a:solidFill>
                        </a:rPr>
                        <a:t>2,003</a:t>
                      </a:r>
                      <a:endParaRPr sz="1100">
                        <a:solidFill>
                          <a:srgbClr val="FFFFFF"/>
                        </a:solidFill>
                      </a:endParaRPr>
                    </a:p>
                  </a:txBody>
                  <a:tcPr marT="76200" marB="76200" marR="114300" marL="114300">
                    <a:lnL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100">
                          <a:solidFill>
                            <a:srgbClr val="FFFFFF"/>
                          </a:solidFill>
                        </a:rPr>
                        <a:t>59</a:t>
                      </a:r>
                      <a:endParaRPr sz="1100">
                        <a:solidFill>
                          <a:srgbClr val="FFFFFF"/>
                        </a:solidFill>
                      </a:endParaRPr>
                    </a:p>
                  </a:txBody>
                  <a:tcPr marT="76200" marB="76200" marR="114300" marL="114300">
                    <a:lnL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52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100">
                          <a:solidFill>
                            <a:srgbClr val="FFFFFF"/>
                          </a:solidFill>
                        </a:rPr>
                        <a:t>MOT16-05</a:t>
                      </a:r>
                      <a:endParaRPr b="1" sz="1100">
                        <a:solidFill>
                          <a:srgbClr val="FFFFFF"/>
                        </a:solidFill>
                      </a:endParaRPr>
                    </a:p>
                  </a:txBody>
                  <a:tcPr marT="76200" marB="76200" marR="114300" marL="114300">
                    <a:lnL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100">
                          <a:solidFill>
                            <a:srgbClr val="FFFFFF"/>
                          </a:solidFill>
                        </a:rPr>
                        <a:t>62.3%</a:t>
                      </a:r>
                      <a:endParaRPr sz="1100">
                        <a:solidFill>
                          <a:srgbClr val="FFFFFF"/>
                        </a:solidFill>
                      </a:endParaRPr>
                    </a:p>
                  </a:txBody>
                  <a:tcPr marT="76200" marB="76200" marR="114300" marL="114300">
                    <a:lnL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100">
                          <a:solidFill>
                            <a:srgbClr val="FFFFFF"/>
                          </a:solidFill>
                        </a:rPr>
                        <a:t>0.139</a:t>
                      </a:r>
                      <a:endParaRPr sz="1100">
                        <a:solidFill>
                          <a:srgbClr val="FFFFFF"/>
                        </a:solidFill>
                      </a:endParaRPr>
                    </a:p>
                  </a:txBody>
                  <a:tcPr marT="76200" marB="76200" marR="114300" marL="114300">
                    <a:lnL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100">
                          <a:solidFill>
                            <a:srgbClr val="FFFFFF"/>
                          </a:solidFill>
                        </a:rPr>
                        <a:t>64.8%</a:t>
                      </a:r>
                      <a:endParaRPr sz="1100">
                        <a:solidFill>
                          <a:srgbClr val="FFFFFF"/>
                        </a:solidFill>
                      </a:endParaRPr>
                    </a:p>
                  </a:txBody>
                  <a:tcPr marT="76200" marB="76200" marR="114300" marL="114300">
                    <a:lnL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100">
                          <a:solidFill>
                            <a:srgbClr val="FFFFFF"/>
                          </a:solidFill>
                        </a:rPr>
                        <a:t>94.4%</a:t>
                      </a:r>
                      <a:endParaRPr sz="1100">
                        <a:solidFill>
                          <a:srgbClr val="FFFFFF"/>
                        </a:solidFill>
                      </a:endParaRPr>
                    </a:p>
                  </a:txBody>
                  <a:tcPr marT="76200" marB="76200" marR="114300" marL="114300">
                    <a:lnL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100">
                          <a:solidFill>
                            <a:srgbClr val="FFFFFF"/>
                          </a:solidFill>
                        </a:rPr>
                        <a:t>67.8%</a:t>
                      </a:r>
                      <a:endParaRPr sz="1100">
                        <a:solidFill>
                          <a:srgbClr val="FFFFFF"/>
                        </a:solidFill>
                      </a:endParaRPr>
                    </a:p>
                  </a:txBody>
                  <a:tcPr marT="76200" marB="76200" marR="114300" marL="114300">
                    <a:lnL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100">
                          <a:solidFill>
                            <a:srgbClr val="FFFFFF"/>
                          </a:solidFill>
                        </a:rPr>
                        <a:t>278</a:t>
                      </a:r>
                      <a:endParaRPr sz="1100">
                        <a:solidFill>
                          <a:srgbClr val="FFFFFF"/>
                        </a:solidFill>
                      </a:endParaRPr>
                    </a:p>
                  </a:txBody>
                  <a:tcPr marT="76200" marB="76200" marR="114300" marL="114300">
                    <a:lnL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100">
                          <a:solidFill>
                            <a:srgbClr val="FFFFFF"/>
                          </a:solidFill>
                        </a:rPr>
                        <a:t>2,224</a:t>
                      </a:r>
                      <a:endParaRPr sz="1100">
                        <a:solidFill>
                          <a:srgbClr val="FFFFFF"/>
                        </a:solidFill>
                      </a:endParaRPr>
                    </a:p>
                  </a:txBody>
                  <a:tcPr marT="76200" marB="76200" marR="114300" marL="114300">
                    <a:lnL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100">
                          <a:solidFill>
                            <a:srgbClr val="FFFFFF"/>
                          </a:solidFill>
                        </a:rPr>
                        <a:t>108</a:t>
                      </a:r>
                      <a:endParaRPr sz="1100">
                        <a:solidFill>
                          <a:srgbClr val="FFFFFF"/>
                        </a:solidFill>
                      </a:endParaRPr>
                    </a:p>
                  </a:txBody>
                  <a:tcPr marT="76200" marB="76200" marR="114300" marL="114300">
                    <a:lnL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52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100">
                          <a:solidFill>
                            <a:srgbClr val="FFFFFF"/>
                          </a:solidFill>
                        </a:rPr>
                        <a:t>MOT16-13</a:t>
                      </a:r>
                      <a:endParaRPr b="1" sz="1100">
                        <a:solidFill>
                          <a:srgbClr val="FFFFFF"/>
                        </a:solidFill>
                      </a:endParaRPr>
                    </a:p>
                  </a:txBody>
                  <a:tcPr marT="76200" marB="76200" marR="114300" marL="114300">
                    <a:lnL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100">
                          <a:solidFill>
                            <a:srgbClr val="FFFFFF"/>
                          </a:solidFill>
                        </a:rPr>
                        <a:t>67.6%</a:t>
                      </a:r>
                      <a:endParaRPr sz="1100">
                        <a:solidFill>
                          <a:srgbClr val="FFFFFF"/>
                        </a:solidFill>
                      </a:endParaRPr>
                    </a:p>
                  </a:txBody>
                  <a:tcPr marT="76200" marB="76200" marR="114300" marL="114300">
                    <a:lnL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100">
                          <a:solidFill>
                            <a:srgbClr val="FFFFFF"/>
                          </a:solidFill>
                        </a:rPr>
                        <a:t>0.138</a:t>
                      </a:r>
                      <a:endParaRPr sz="1100">
                        <a:solidFill>
                          <a:srgbClr val="FFFFFF"/>
                        </a:solidFill>
                      </a:endParaRPr>
                    </a:p>
                  </a:txBody>
                  <a:tcPr marT="76200" marB="76200" marR="114300" marL="114300">
                    <a:lnL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100">
                          <a:solidFill>
                            <a:srgbClr val="FFFFFF"/>
                          </a:solidFill>
                        </a:rPr>
                        <a:t>65.9%</a:t>
                      </a:r>
                      <a:endParaRPr sz="1100">
                        <a:solidFill>
                          <a:srgbClr val="FFFFFF"/>
                        </a:solidFill>
                      </a:endParaRPr>
                    </a:p>
                  </a:txBody>
                  <a:tcPr marT="76200" marB="76200" marR="114300" marL="114300">
                    <a:lnL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100">
                          <a:solidFill>
                            <a:srgbClr val="FFFFFF"/>
                          </a:solidFill>
                        </a:rPr>
                        <a:t>86.3%</a:t>
                      </a:r>
                      <a:endParaRPr sz="1100">
                        <a:solidFill>
                          <a:srgbClr val="FFFFFF"/>
                        </a:solidFill>
                      </a:endParaRPr>
                    </a:p>
                  </a:txBody>
                  <a:tcPr marT="76200" marB="76200" marR="114300" marL="114300">
                    <a:lnL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100">
                          <a:solidFill>
                            <a:srgbClr val="FFFFFF"/>
                          </a:solidFill>
                        </a:rPr>
                        <a:t>83.4%</a:t>
                      </a:r>
                      <a:endParaRPr sz="1100">
                        <a:solidFill>
                          <a:srgbClr val="FFFFFF"/>
                        </a:solidFill>
                      </a:endParaRPr>
                    </a:p>
                  </a:txBody>
                  <a:tcPr marT="76200" marB="76200" marR="114300" marL="114300">
                    <a:lnL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100">
                          <a:solidFill>
                            <a:srgbClr val="FFFFFF"/>
                          </a:solidFill>
                        </a:rPr>
                        <a:t>1,541</a:t>
                      </a:r>
                      <a:endParaRPr sz="1100">
                        <a:solidFill>
                          <a:srgbClr val="FFFFFF"/>
                        </a:solidFill>
                      </a:endParaRPr>
                    </a:p>
                  </a:txBody>
                  <a:tcPr marT="76200" marB="76200" marR="114300" marL="114300">
                    <a:lnL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100">
                          <a:solidFill>
                            <a:srgbClr val="FFFFFF"/>
                          </a:solidFill>
                        </a:rPr>
                        <a:t>1,938</a:t>
                      </a:r>
                      <a:endParaRPr sz="1100">
                        <a:solidFill>
                          <a:srgbClr val="FFFFFF"/>
                        </a:solidFill>
                      </a:endParaRPr>
                    </a:p>
                  </a:txBody>
                  <a:tcPr marT="76200" marB="76200" marR="114300" marL="114300">
                    <a:lnL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100">
                          <a:solidFill>
                            <a:srgbClr val="FFFFFF"/>
                          </a:solidFill>
                        </a:rPr>
                        <a:t>289</a:t>
                      </a:r>
                      <a:endParaRPr sz="1100">
                        <a:solidFill>
                          <a:srgbClr val="FFFFFF"/>
                        </a:solidFill>
                      </a:endParaRPr>
                    </a:p>
                  </a:txBody>
                  <a:tcPr marT="76200" marB="76200" marR="114300" marL="114300">
                    <a:lnL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52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100">
                          <a:solidFill>
                            <a:srgbClr val="FFFFFF"/>
                          </a:solidFill>
                        </a:rPr>
                        <a:t>---</a:t>
                      </a:r>
                      <a:endParaRPr sz="1100">
                        <a:solidFill>
                          <a:srgbClr val="FFFFFF"/>
                        </a:solidFill>
                      </a:endParaRPr>
                    </a:p>
                  </a:txBody>
                  <a:tcPr marT="76200" marB="76200" marR="114300" marL="114300">
                    <a:lnL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100">
                          <a:solidFill>
                            <a:srgbClr val="FFFFFF"/>
                          </a:solidFill>
                        </a:rPr>
                        <a:t>---</a:t>
                      </a:r>
                      <a:endParaRPr sz="1100">
                        <a:solidFill>
                          <a:srgbClr val="FFFFFF"/>
                        </a:solidFill>
                      </a:endParaRPr>
                    </a:p>
                  </a:txBody>
                  <a:tcPr marT="76200" marB="76200" marR="114300" marL="114300">
                    <a:lnL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100">
                          <a:solidFill>
                            <a:srgbClr val="FFFFFF"/>
                          </a:solidFill>
                        </a:rPr>
                        <a:t>---</a:t>
                      </a:r>
                      <a:endParaRPr sz="1100">
                        <a:solidFill>
                          <a:srgbClr val="FFFFFF"/>
                        </a:solidFill>
                      </a:endParaRPr>
                    </a:p>
                  </a:txBody>
                  <a:tcPr marT="76200" marB="76200" marR="114300" marL="114300">
                    <a:lnL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100">
                          <a:solidFill>
                            <a:srgbClr val="FFFFFF"/>
                          </a:solidFill>
                        </a:rPr>
                        <a:t>---</a:t>
                      </a:r>
                      <a:endParaRPr sz="1100">
                        <a:solidFill>
                          <a:srgbClr val="FFFFFF"/>
                        </a:solidFill>
                      </a:endParaRPr>
                    </a:p>
                  </a:txBody>
                  <a:tcPr marT="76200" marB="76200" marR="114300" marL="114300">
                    <a:lnL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100">
                          <a:solidFill>
                            <a:srgbClr val="FFFFFF"/>
                          </a:solidFill>
                        </a:rPr>
                        <a:t>---</a:t>
                      </a:r>
                      <a:endParaRPr sz="1100">
                        <a:solidFill>
                          <a:srgbClr val="FFFFFF"/>
                        </a:solidFill>
                      </a:endParaRPr>
                    </a:p>
                  </a:txBody>
                  <a:tcPr marT="76200" marB="76200" marR="114300" marL="114300">
                    <a:lnL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100">
                          <a:solidFill>
                            <a:srgbClr val="FFFFFF"/>
                          </a:solidFill>
                        </a:rPr>
                        <a:t>---</a:t>
                      </a:r>
                      <a:endParaRPr sz="1100">
                        <a:solidFill>
                          <a:srgbClr val="FFFFFF"/>
                        </a:solidFill>
                      </a:endParaRPr>
                    </a:p>
                  </a:txBody>
                  <a:tcPr marT="76200" marB="76200" marR="114300" marL="114300">
                    <a:lnL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100">
                          <a:solidFill>
                            <a:srgbClr val="FFFFFF"/>
                          </a:solidFill>
                        </a:rPr>
                        <a:t>---</a:t>
                      </a:r>
                      <a:endParaRPr sz="1100">
                        <a:solidFill>
                          <a:srgbClr val="FFFFFF"/>
                        </a:solidFill>
                      </a:endParaRPr>
                    </a:p>
                  </a:txBody>
                  <a:tcPr marT="76200" marB="76200" marR="114300" marL="114300">
                    <a:lnL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100">
                          <a:solidFill>
                            <a:srgbClr val="FFFFFF"/>
                          </a:solidFill>
                        </a:rPr>
                        <a:t>---</a:t>
                      </a:r>
                      <a:endParaRPr sz="1100">
                        <a:solidFill>
                          <a:srgbClr val="FFFFFF"/>
                        </a:solidFill>
                      </a:endParaRPr>
                    </a:p>
                  </a:txBody>
                  <a:tcPr marT="76200" marB="76200" marR="114300" marL="114300">
                    <a:lnL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100">
                          <a:solidFill>
                            <a:srgbClr val="FFFFFF"/>
                          </a:solidFill>
                        </a:rPr>
                        <a:t>---</a:t>
                      </a:r>
                      <a:endParaRPr sz="1100">
                        <a:solidFill>
                          <a:srgbClr val="FFFFFF"/>
                        </a:solidFill>
                      </a:endParaRPr>
                    </a:p>
                  </a:txBody>
                  <a:tcPr marT="76200" marB="76200" marR="114300" marL="114300">
                    <a:lnL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52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100">
                          <a:solidFill>
                            <a:srgbClr val="FFFFFF"/>
                          </a:solidFill>
                        </a:rPr>
                        <a:t>OVERALL</a:t>
                      </a:r>
                      <a:endParaRPr b="1" sz="1100">
                        <a:solidFill>
                          <a:srgbClr val="FFFFFF"/>
                        </a:solidFill>
                      </a:endParaRPr>
                    </a:p>
                  </a:txBody>
                  <a:tcPr marT="76200" marB="76200" marR="114300" marL="114300">
                    <a:lnL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100">
                          <a:solidFill>
                            <a:srgbClr val="FFFFFF"/>
                          </a:solidFill>
                        </a:rPr>
                        <a:t>68.8%</a:t>
                      </a:r>
                      <a:endParaRPr b="1" sz="1100">
                        <a:solidFill>
                          <a:srgbClr val="FFFFFF"/>
                        </a:solidFill>
                      </a:endParaRPr>
                    </a:p>
                  </a:txBody>
                  <a:tcPr marT="76200" marB="76200" marR="114300" marL="114300">
                    <a:lnL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100">
                          <a:solidFill>
                            <a:srgbClr val="FFFFFF"/>
                          </a:solidFill>
                        </a:rPr>
                        <a:t>0.109</a:t>
                      </a:r>
                      <a:endParaRPr b="1" sz="1100">
                        <a:solidFill>
                          <a:srgbClr val="FFFFFF"/>
                        </a:solidFill>
                      </a:endParaRPr>
                    </a:p>
                  </a:txBody>
                  <a:tcPr marT="76200" marB="76200" marR="114300" marL="114300">
                    <a:lnL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100">
                          <a:solidFill>
                            <a:srgbClr val="FFFFFF"/>
                          </a:solidFill>
                        </a:rPr>
                        <a:t>67.1%</a:t>
                      </a:r>
                      <a:endParaRPr b="1" sz="1100">
                        <a:solidFill>
                          <a:srgbClr val="FFFFFF"/>
                        </a:solidFill>
                      </a:endParaRPr>
                    </a:p>
                  </a:txBody>
                  <a:tcPr marT="76200" marB="76200" marR="114300" marL="114300">
                    <a:lnL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100">
                          <a:solidFill>
                            <a:srgbClr val="FFFFFF"/>
                          </a:solidFill>
                        </a:rPr>
                        <a:t>94.6%</a:t>
                      </a:r>
                      <a:endParaRPr b="1" sz="1100">
                        <a:solidFill>
                          <a:srgbClr val="FFFFFF"/>
                        </a:solidFill>
                      </a:endParaRPr>
                    </a:p>
                  </a:txBody>
                  <a:tcPr marT="76200" marB="76200" marR="114300" marL="114300">
                    <a:lnL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100">
                          <a:solidFill>
                            <a:srgbClr val="FFFFFF"/>
                          </a:solidFill>
                        </a:rPr>
                        <a:t>73.9%</a:t>
                      </a:r>
                      <a:endParaRPr b="1" sz="1100">
                        <a:solidFill>
                          <a:srgbClr val="FFFFFF"/>
                        </a:solidFill>
                      </a:endParaRPr>
                    </a:p>
                  </a:txBody>
                  <a:tcPr marT="76200" marB="76200" marR="114300" marL="114300">
                    <a:lnL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100">
                          <a:solidFill>
                            <a:srgbClr val="FFFFFF"/>
                          </a:solidFill>
                        </a:rPr>
                        <a:t>4,707</a:t>
                      </a:r>
                      <a:endParaRPr b="1" sz="1100">
                        <a:solidFill>
                          <a:srgbClr val="FFFFFF"/>
                        </a:solidFill>
                      </a:endParaRPr>
                    </a:p>
                  </a:txBody>
                  <a:tcPr marT="76200" marB="76200" marR="114300" marL="114300">
                    <a:lnL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100">
                          <a:solidFill>
                            <a:srgbClr val="FFFFFF"/>
                          </a:solidFill>
                        </a:rPr>
                        <a:t>29,275</a:t>
                      </a:r>
                      <a:endParaRPr b="1" sz="1100">
                        <a:solidFill>
                          <a:srgbClr val="FFFFFF"/>
                        </a:solidFill>
                      </a:endParaRPr>
                    </a:p>
                  </a:txBody>
                  <a:tcPr marT="76200" marB="76200" marR="114300" marL="114300">
                    <a:lnL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100">
                          <a:solidFill>
                            <a:srgbClr val="FFFFFF"/>
                          </a:solidFill>
                        </a:rPr>
                        <a:t>1,026</a:t>
                      </a:r>
                      <a:endParaRPr b="1" sz="1100">
                        <a:solidFill>
                          <a:srgbClr val="FFFFFF"/>
                        </a:solidFill>
                      </a:endParaRPr>
                    </a:p>
                  </a:txBody>
                  <a:tcPr marT="76200" marB="76200" marR="114300" marL="114300">
                    <a:lnL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17" name="Google Shape;217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4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Video Challenge</a:t>
            </a:r>
            <a:endParaRPr/>
          </a:p>
        </p:txBody>
      </p:sp>
      <p:sp>
        <p:nvSpPr>
          <p:cNvPr id="223" name="Google Shape;223;p24"/>
          <p:cNvSpPr txBox="1"/>
          <p:nvPr>
            <p:ph idx="1" type="subTitle"/>
          </p:nvPr>
        </p:nvSpPr>
        <p:spPr>
          <a:xfrm>
            <a:off x="5083950" y="3924925"/>
            <a:ext cx="37812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Eric Ayestaran, Marcel Hofmann and Unax Murua</a:t>
            </a:r>
            <a:endParaRPr/>
          </a:p>
        </p:txBody>
      </p:sp>
      <p:sp>
        <p:nvSpPr>
          <p:cNvPr id="224" name="Google Shape;22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